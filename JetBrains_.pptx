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4567" y="1396814"/>
            <a:ext cx="6054863" cy="18774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A970FF"/>
                </a:solidFill>
              </a:defRPr>
            </a:pPr>
            <a:r>
              <a:rPr lang="en-US" sz="4000" dirty="0" err="1"/>
              <a:t>Tasko</a:t>
            </a:r>
            <a:endParaRPr lang="en-US" sz="4000" dirty="0"/>
          </a:p>
          <a:p>
            <a:pPr algn="ctr">
              <a:defRPr sz="4200" b="1">
                <a:solidFill>
                  <a:srgbClr val="A970FF"/>
                </a:solidFill>
              </a:defRPr>
            </a:pPr>
            <a:r>
              <a:rPr lang="en-US" sz="3200" dirty="0"/>
              <a:t>AI-powered Kanban Task Manager</a:t>
            </a:r>
          </a:p>
          <a:p>
            <a:pPr algn="ctr">
              <a:defRPr sz="4200" b="1">
                <a:solidFill>
                  <a:srgbClr val="A970FF"/>
                </a:solidFill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644865" y="2921000"/>
            <a:ext cx="210826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DCDC"/>
                </a:solidFill>
              </a:defRPr>
            </a:pPr>
            <a:r>
              <a:rPr lang="en-US" dirty="0" err="1"/>
              <a:t>CtrlAltDelite</a:t>
            </a:r>
            <a:r>
              <a:rPr dirty="0"/>
              <a:t> </a:t>
            </a:r>
            <a:endParaRPr lang="en-US" dirty="0"/>
          </a:p>
          <a:p>
            <a:pPr algn="ctr"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endParaRPr lang="en-US" dirty="0"/>
          </a:p>
          <a:p>
            <a:pPr algn="ctr">
              <a:defRPr sz="1800">
                <a:solidFill>
                  <a:srgbClr val="DCDCDC"/>
                </a:solidFill>
              </a:defRPr>
            </a:pPr>
            <a:r>
              <a:rPr lang="en-US" dirty="0" err="1"/>
              <a:t>Jetbrains</a:t>
            </a:r>
            <a:r>
              <a:rPr lang="en-US" dirty="0"/>
              <a:t> </a:t>
            </a:r>
            <a:r>
              <a:rPr lang="en-US" dirty="0" err="1"/>
              <a:t>Hachathon</a:t>
            </a:r>
            <a:endParaRPr lang="en-US" dirty="0"/>
          </a:p>
          <a:p>
            <a:pPr algn="ctr">
              <a:defRPr sz="1800">
                <a:solidFill>
                  <a:srgbClr val="DCDCDC"/>
                </a:solidFill>
              </a:defRPr>
            </a:pPr>
            <a:endParaRPr lang="en-US" dirty="0"/>
          </a:p>
        </p:txBody>
      </p:sp>
      <p:pic>
        <p:nvPicPr>
          <p:cNvPr id="6146" name="Picture 2" descr="JetBrains - Wikipedia">
            <a:extLst>
              <a:ext uri="{FF2B5EF4-FFF2-40B4-BE49-F238E27FC236}">
                <a16:creationId xmlns:a16="http://schemas.microsoft.com/office/drawing/2014/main" id="{1F511DBC-46CC-104C-55A5-6DB55024D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477" y="4446262"/>
            <a:ext cx="1843581" cy="184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2667" y="397933"/>
            <a:ext cx="279114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4C8DFF"/>
                </a:solidFill>
              </a:defRPr>
            </a:pPr>
            <a:r>
              <a:rPr lang="en-US" sz="3600" b="1" dirty="0"/>
              <a:t>1️⃣ Title Slide</a:t>
            </a:r>
          </a:p>
          <a:p>
            <a:pPr>
              <a:defRPr sz="3600">
                <a:solidFill>
                  <a:srgbClr val="4C8DFF"/>
                </a:solidFill>
              </a:defRPr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C0A6E-362A-A5B6-56A9-8D6DF35F8CCC}"/>
              </a:ext>
            </a:extLst>
          </p:cNvPr>
          <p:cNvSpPr txBox="1"/>
          <p:nvPr/>
        </p:nvSpPr>
        <p:spPr>
          <a:xfrm>
            <a:off x="885614" y="1820334"/>
            <a:ext cx="42451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Tasko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AI-powered Kanban Task Manager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Android App + JetBrains IDE Plugin</a:t>
            </a:r>
          </a:p>
          <a:p>
            <a:r>
              <a:rPr lang="en-US" i="1" dirty="0">
                <a:solidFill>
                  <a:schemeClr val="bg1"/>
                </a:solidFill>
              </a:rPr>
              <a:t>Plan smarter. Work faster. Focus better.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Kanban - Free business and finance icons">
            <a:extLst>
              <a:ext uri="{FF2B5EF4-FFF2-40B4-BE49-F238E27FC236}">
                <a16:creationId xmlns:a16="http://schemas.microsoft.com/office/drawing/2014/main" id="{0DD6836D-A03D-A3FC-6CBD-FB933D969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576" y="1175052"/>
            <a:ext cx="2490892" cy="2490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36920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2DD9DA"/>
                </a:solidFill>
              </a:defRPr>
            </a:pPr>
            <a:r>
              <a:rPr lang="en-US" sz="2800" dirty="0"/>
              <a:t>2️⃣ Problem  &amp; Solution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515533"/>
            <a:ext cx="5529078" cy="4801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 problem we are solving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Developers juggle tasks across multiple tools</a:t>
            </a:r>
          </a:p>
          <a:p>
            <a:r>
              <a:rPr lang="en-US" dirty="0">
                <a:solidFill>
                  <a:schemeClr val="bg1"/>
                </a:solidFill>
              </a:rPr>
              <a:t>Context switching kills productivity</a:t>
            </a:r>
          </a:p>
          <a:p>
            <a:r>
              <a:rPr lang="en-US" dirty="0">
                <a:solidFill>
                  <a:schemeClr val="bg1"/>
                </a:solidFill>
              </a:rPr>
              <a:t>Planning tasks and sprints takes time and mental effort</a:t>
            </a:r>
          </a:p>
          <a:p>
            <a:r>
              <a:rPr lang="en-US" dirty="0">
                <a:solidFill>
                  <a:schemeClr val="bg1"/>
                </a:solidFill>
              </a:rPr>
              <a:t>IDEs lack smart, contextual task planning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👉 </a:t>
            </a:r>
            <a:r>
              <a:rPr lang="en-US" b="1" dirty="0">
                <a:solidFill>
                  <a:schemeClr val="bg1"/>
                </a:solidFill>
              </a:rPr>
              <a:t>We need task management where developers</a:t>
            </a:r>
          </a:p>
          <a:p>
            <a:r>
              <a:rPr lang="en-US" b="1" dirty="0">
                <a:solidFill>
                  <a:schemeClr val="bg1"/>
                </a:solidFill>
              </a:rPr>
              <a:t> already work — and with AI support.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Our Solution: </a:t>
            </a:r>
            <a:r>
              <a:rPr lang="en-US" b="1" dirty="0" err="1">
                <a:solidFill>
                  <a:schemeClr val="bg1"/>
                </a:solidFill>
              </a:rPr>
              <a:t>Tasko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Tasko</a:t>
            </a:r>
            <a:r>
              <a:rPr lang="en-US" dirty="0">
                <a:solidFill>
                  <a:schemeClr val="bg1"/>
                </a:solidFill>
              </a:rPr>
              <a:t> is a </a:t>
            </a:r>
            <a:r>
              <a:rPr lang="en-US" b="1" dirty="0">
                <a:solidFill>
                  <a:schemeClr val="bg1"/>
                </a:solidFill>
              </a:rPr>
              <a:t>Kanban-based task management system</a:t>
            </a:r>
            <a:r>
              <a:rPr lang="en-US" dirty="0">
                <a:solidFill>
                  <a:schemeClr val="bg1"/>
                </a:solidFill>
              </a:rPr>
              <a:t> with:</a:t>
            </a:r>
          </a:p>
          <a:p>
            <a:r>
              <a:rPr lang="en-US" b="1" dirty="0">
                <a:solidFill>
                  <a:schemeClr val="bg1"/>
                </a:solidFill>
              </a:rPr>
              <a:t>Android application</a:t>
            </a:r>
            <a:r>
              <a:rPr lang="en-US" dirty="0">
                <a:solidFill>
                  <a:schemeClr val="bg1"/>
                </a:solidFill>
              </a:rPr>
              <a:t> for daily task tracking</a:t>
            </a:r>
          </a:p>
          <a:p>
            <a:r>
              <a:rPr lang="en-US" b="1" dirty="0">
                <a:solidFill>
                  <a:schemeClr val="bg1"/>
                </a:solidFill>
              </a:rPr>
              <a:t>JetBrains IDE plugin</a:t>
            </a:r>
            <a:r>
              <a:rPr lang="en-US" dirty="0">
                <a:solidFill>
                  <a:schemeClr val="bg1"/>
                </a:solidFill>
              </a:rPr>
              <a:t> for in-context productivity</a:t>
            </a:r>
          </a:p>
          <a:p>
            <a:r>
              <a:rPr lang="en-US" b="1" dirty="0">
                <a:solidFill>
                  <a:schemeClr val="bg1"/>
                </a:solidFill>
              </a:rPr>
              <a:t>AI-powered suggestions</a:t>
            </a:r>
            <a:r>
              <a:rPr lang="en-US" dirty="0">
                <a:solidFill>
                  <a:schemeClr val="bg1"/>
                </a:solidFill>
              </a:rPr>
              <a:t> for smarter planning</a:t>
            </a:r>
          </a:p>
          <a:p>
            <a:r>
              <a:rPr lang="en-US" dirty="0">
                <a:solidFill>
                  <a:schemeClr val="bg1"/>
                </a:solidFill>
              </a:rPr>
              <a:t>Everything connected. Everything simple.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098" name="Picture 2" descr="Sad Developer Illustrations - Free Download in SVG, PNG">
            <a:extLst>
              <a:ext uri="{FF2B5EF4-FFF2-40B4-BE49-F238E27FC236}">
                <a16:creationId xmlns:a16="http://schemas.microsoft.com/office/drawing/2014/main" id="{B8327BAF-ACEB-EF6C-4762-EEABF0AEE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663" y="1325514"/>
            <a:ext cx="2757871" cy="1809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BE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1866" y="169333"/>
            <a:ext cx="22300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BE477"/>
                </a:solidFill>
                <a:latin typeface="Courier New"/>
              </a:defRPr>
            </a:pPr>
            <a:r>
              <a:rPr lang="en-US" sz="2000" dirty="0"/>
              <a:t>3️⃣</a:t>
            </a:r>
            <a:r>
              <a:rPr lang="en-US" sz="2000" b="1" dirty="0"/>
              <a:t>Android App</a:t>
            </a:r>
            <a:endParaRPr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1CFC1A-5AB1-3982-4348-C3EEA7499A73}"/>
              </a:ext>
            </a:extLst>
          </p:cNvPr>
          <p:cNvSpPr txBox="1"/>
          <p:nvPr/>
        </p:nvSpPr>
        <p:spPr>
          <a:xfrm>
            <a:off x="541866" y="874243"/>
            <a:ext cx="442806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 err="1">
                <a:solidFill>
                  <a:schemeClr val="bg1"/>
                </a:solidFill>
              </a:rPr>
              <a:t>Tasko</a:t>
            </a:r>
            <a:r>
              <a:rPr lang="en-US" sz="1600" b="1" dirty="0">
                <a:solidFill>
                  <a:schemeClr val="bg1"/>
                </a:solidFill>
              </a:rPr>
              <a:t> Android App</a:t>
            </a:r>
            <a:endParaRPr lang="en-US" sz="1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📋 Kanban boards (To Do / In Progress / Done)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📁 Projects with multiple task lists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👥 User-based projects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🔄 Real-time task updates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🎨 Clean, dark UI designed for focus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📌 View your tasks directly inside the IDE</a:t>
            </a:r>
          </a:p>
          <a:p>
            <a:r>
              <a:rPr lang="en-US" sz="1600" dirty="0">
                <a:solidFill>
                  <a:schemeClr val="bg1"/>
                </a:solidFill>
              </a:rPr>
              <a:t>➕ Add tasks without leaving your code</a:t>
            </a:r>
          </a:p>
          <a:p>
            <a:r>
              <a:rPr lang="en-US" sz="1600" dirty="0">
                <a:solidFill>
                  <a:schemeClr val="bg1"/>
                </a:solidFill>
              </a:rPr>
              <a:t>🧠 Ask AI for task suggestions while coding</a:t>
            </a:r>
          </a:p>
          <a:p>
            <a:r>
              <a:rPr lang="en-US" sz="1600" dirty="0">
                <a:solidFill>
                  <a:schemeClr val="bg1"/>
                </a:solidFill>
              </a:rPr>
              <a:t>🔄 Stay in flow — no context switching</a:t>
            </a:r>
          </a:p>
          <a:p>
            <a:r>
              <a:rPr lang="en-US" sz="1600" i="1" dirty="0">
                <a:solidFill>
                  <a:schemeClr val="bg1"/>
                </a:solidFill>
              </a:rPr>
              <a:t>Your tasks live where your code lives.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F83D8-8F25-048B-6168-1A25708E5CC8}"/>
              </a:ext>
            </a:extLst>
          </p:cNvPr>
          <p:cNvSpPr txBox="1"/>
          <p:nvPr/>
        </p:nvSpPr>
        <p:spPr>
          <a:xfrm>
            <a:off x="5856507" y="209646"/>
            <a:ext cx="238398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BE477"/>
                </a:solidFill>
                <a:latin typeface="Courier New"/>
              </a:defRPr>
            </a:pPr>
            <a:r>
              <a:rPr lang="en-US" sz="2000" dirty="0"/>
              <a:t>4️⃣ </a:t>
            </a:r>
            <a:r>
              <a:rPr lang="en-US" sz="2000" b="1" dirty="0"/>
              <a:t>Ai Features</a:t>
            </a:r>
            <a:endParaRPr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D5737A-78F4-9F3D-C099-8BAE99A75501}"/>
              </a:ext>
            </a:extLst>
          </p:cNvPr>
          <p:cNvSpPr txBox="1"/>
          <p:nvPr/>
        </p:nvSpPr>
        <p:spPr>
          <a:xfrm>
            <a:off x="5172224" y="230621"/>
            <a:ext cx="392006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Built-in AI Assistant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 err="1">
                <a:solidFill>
                  <a:schemeClr val="bg1"/>
                </a:solidFill>
              </a:rPr>
              <a:t>Tasko</a:t>
            </a:r>
            <a:r>
              <a:rPr lang="en-US" sz="1600" dirty="0">
                <a:solidFill>
                  <a:schemeClr val="bg1"/>
                </a:solidFill>
              </a:rPr>
              <a:t> uses AI to help developers think less and do more:</a:t>
            </a:r>
          </a:p>
          <a:p>
            <a:r>
              <a:rPr lang="en-US" sz="1600" dirty="0">
                <a:solidFill>
                  <a:schemeClr val="bg1"/>
                </a:solidFill>
              </a:rPr>
              <a:t>🤖 Generate To Do tasks from project name</a:t>
            </a:r>
          </a:p>
          <a:p>
            <a:r>
              <a:rPr lang="en-US" sz="1600" dirty="0">
                <a:solidFill>
                  <a:schemeClr val="bg1"/>
                </a:solidFill>
              </a:rPr>
              <a:t>⏱ Estimate task duration</a:t>
            </a:r>
          </a:p>
          <a:p>
            <a:r>
              <a:rPr lang="en-US" sz="1600" dirty="0">
                <a:solidFill>
                  <a:schemeClr val="bg1"/>
                </a:solidFill>
              </a:rPr>
              <a:t>🗓 Create a 7-day sprint plan</a:t>
            </a:r>
          </a:p>
          <a:p>
            <a:r>
              <a:rPr lang="en-US" sz="1600" dirty="0">
                <a:solidFill>
                  <a:schemeClr val="bg1"/>
                </a:solidFill>
              </a:rPr>
              <a:t>✍️ Custom AI prompts for productivity insights</a:t>
            </a:r>
          </a:p>
          <a:p>
            <a:r>
              <a:rPr lang="en-US" sz="1600" i="1" dirty="0">
                <a:solidFill>
                  <a:schemeClr val="bg1"/>
                </a:solidFill>
              </a:rPr>
              <a:t>AI acts as your planning partner.</a:t>
            </a:r>
          </a:p>
          <a:p>
            <a:endParaRPr lang="en-US" sz="1600" i="1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9E9FE-9D8F-6137-75C6-AE6DFBAD6EFC}"/>
              </a:ext>
            </a:extLst>
          </p:cNvPr>
          <p:cNvSpPr txBox="1"/>
          <p:nvPr/>
        </p:nvSpPr>
        <p:spPr>
          <a:xfrm>
            <a:off x="579966" y="2640905"/>
            <a:ext cx="31534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BE477"/>
                </a:solidFill>
                <a:latin typeface="Courier New"/>
              </a:defRPr>
            </a:pPr>
            <a:r>
              <a:rPr lang="en-US" sz="2000" dirty="0"/>
              <a:t>5️⃣ </a:t>
            </a:r>
            <a:r>
              <a:rPr lang="en-US" sz="2000" b="1" dirty="0"/>
              <a:t>JetBrains Plugin</a:t>
            </a:r>
            <a:endParaRPr b="1" dirty="0"/>
          </a:p>
        </p:txBody>
      </p:sp>
      <p:pic>
        <p:nvPicPr>
          <p:cNvPr id="10" name="Picture 9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564B2874-41C4-C4DD-59D7-2A6FE5F14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467" y="3659621"/>
            <a:ext cx="1394471" cy="2988733"/>
          </a:xfrm>
          <a:prstGeom prst="rect">
            <a:avLst/>
          </a:prstGeom>
        </p:spPr>
      </p:pic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4270021-719D-53C6-D711-7DC447C1C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759" y="3638646"/>
            <a:ext cx="1364773" cy="2988733"/>
          </a:xfrm>
          <a:prstGeom prst="rect">
            <a:avLst/>
          </a:prstGeom>
        </p:spPr>
      </p:pic>
      <p:pic>
        <p:nvPicPr>
          <p:cNvPr id="14" name="Picture 13" descr="A screenshot of a phone&#10;&#10;AI-generated content may be incorrect.">
            <a:extLst>
              <a:ext uri="{FF2B5EF4-FFF2-40B4-BE49-F238E27FC236}">
                <a16:creationId xmlns:a16="http://schemas.microsoft.com/office/drawing/2014/main" id="{DCEBE20A-FA39-D9FF-0FB0-42293D97D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91" y="3638646"/>
            <a:ext cx="1321309" cy="2909233"/>
          </a:xfrm>
          <a:prstGeom prst="rect">
            <a:avLst/>
          </a:prstGeom>
        </p:spPr>
      </p:pic>
      <p:pic>
        <p:nvPicPr>
          <p:cNvPr id="18" name="Picture 1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2F3F35D-3BA5-DC01-AC2C-6BB679E8CE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966" y="4807677"/>
            <a:ext cx="3575462" cy="16502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1387" y="597053"/>
            <a:ext cx="4144084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9F43"/>
                </a:solidFill>
              </a:defRPr>
            </a:pPr>
            <a:r>
              <a:rPr lang="en-US" sz="3600" b="1" dirty="0">
                <a:solidFill>
                  <a:schemeClr val="bg1"/>
                </a:solidFill>
              </a:rPr>
              <a:t>6️⃣ </a:t>
            </a:r>
            <a:r>
              <a:rPr lang="en-US" b="1" dirty="0"/>
              <a:t>Why It’s Powerful</a:t>
            </a:r>
          </a:p>
          <a:p>
            <a:pPr algn="ctr">
              <a:defRPr sz="3400" b="1">
                <a:solidFill>
                  <a:srgbClr val="FF9F43"/>
                </a:solidFill>
              </a:defRPr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A1CC4-D02A-B42D-5C9D-398FFAFA0983}"/>
              </a:ext>
            </a:extLst>
          </p:cNvPr>
          <p:cNvSpPr txBox="1"/>
          <p:nvPr/>
        </p:nvSpPr>
        <p:spPr>
          <a:xfrm>
            <a:off x="713318" y="1741059"/>
            <a:ext cx="45931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Why </a:t>
            </a:r>
            <a:r>
              <a:rPr lang="en-US" b="1" dirty="0" err="1">
                <a:solidFill>
                  <a:schemeClr val="bg1"/>
                </a:solidFill>
              </a:rPr>
              <a:t>Tasko</a:t>
            </a:r>
            <a:r>
              <a:rPr lang="en-US" b="1" dirty="0">
                <a:solidFill>
                  <a:schemeClr val="bg1"/>
                </a:solidFill>
              </a:rPr>
              <a:t> is Different?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Combines </a:t>
            </a:r>
            <a:r>
              <a:rPr lang="en-US" b="1" dirty="0">
                <a:solidFill>
                  <a:schemeClr val="bg1"/>
                </a:solidFill>
              </a:rPr>
              <a:t>mobile + IDE workflow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AI is </a:t>
            </a:r>
            <a:r>
              <a:rPr lang="en-US" b="1" dirty="0">
                <a:solidFill>
                  <a:schemeClr val="bg1"/>
                </a:solidFill>
              </a:rPr>
              <a:t>practical</a:t>
            </a:r>
            <a:r>
              <a:rPr lang="en-US" dirty="0">
                <a:solidFill>
                  <a:schemeClr val="bg1"/>
                </a:solidFill>
              </a:rPr>
              <a:t>, not gimmicky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Designed specifically for </a:t>
            </a:r>
            <a:r>
              <a:rPr lang="en-US" b="1" dirty="0">
                <a:solidFill>
                  <a:schemeClr val="bg1"/>
                </a:solidFill>
              </a:rPr>
              <a:t>developers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Reduces planning fatigue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Improves sprint organization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72AF4C1-5A48-F3EC-09D4-853825DFC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484" y="5171276"/>
            <a:ext cx="2921000" cy="65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BA24939-27C6-3229-8EE7-9A89D7F1D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028" y="1181829"/>
            <a:ext cx="2042583" cy="2433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8DBD09-1177-00A6-4C28-CC6BF26C0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02A7E0-9DBE-4EE6-CCE3-53D80544AB9C}"/>
              </a:ext>
            </a:extLst>
          </p:cNvPr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F2A648-F615-3801-4FED-D8093FBC1965}"/>
              </a:ext>
            </a:extLst>
          </p:cNvPr>
          <p:cNvSpPr txBox="1"/>
          <p:nvPr/>
        </p:nvSpPr>
        <p:spPr>
          <a:xfrm>
            <a:off x="592667" y="397933"/>
            <a:ext cx="289855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4C8DFF"/>
                </a:solidFill>
              </a:defRPr>
            </a:pPr>
            <a:r>
              <a:rPr lang="en-US" sz="3600" dirty="0"/>
              <a:t>7️⃣</a:t>
            </a:r>
            <a:r>
              <a:rPr lang="en-US" sz="3600" b="1" dirty="0"/>
              <a:t> </a:t>
            </a:r>
            <a:r>
              <a:rPr lang="en-US" sz="3600" dirty="0"/>
              <a:t>Tech Stack</a:t>
            </a:r>
            <a:endParaRPr lang="en-US" sz="3600" b="1" dirty="0"/>
          </a:p>
          <a:p>
            <a:pPr>
              <a:defRPr sz="3600">
                <a:solidFill>
                  <a:srgbClr val="4C8DFF"/>
                </a:solidFill>
              </a:defRPr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08C59-BB5D-C78F-5E58-A359D032341A}"/>
              </a:ext>
            </a:extLst>
          </p:cNvPr>
          <p:cNvSpPr txBox="1"/>
          <p:nvPr/>
        </p:nvSpPr>
        <p:spPr>
          <a:xfrm>
            <a:off x="885614" y="1439334"/>
            <a:ext cx="42451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Technology Stack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Android: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Kotlin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Jetpack Compose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MVVM</a:t>
            </a:r>
          </a:p>
          <a:p>
            <a:r>
              <a:rPr lang="en-US" b="1" dirty="0">
                <a:solidFill>
                  <a:schemeClr val="bg1"/>
                </a:solidFill>
              </a:rPr>
              <a:t>Backend: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REST API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Database (tasks, projects, users)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Docker</a:t>
            </a:r>
          </a:p>
          <a:p>
            <a:r>
              <a:rPr lang="en-US" b="1" dirty="0">
                <a:solidFill>
                  <a:schemeClr val="bg1"/>
                </a:solidFill>
              </a:rPr>
              <a:t>AI: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OpenAI integration</a:t>
            </a:r>
          </a:p>
          <a:p>
            <a:r>
              <a:rPr lang="en-US" b="1" dirty="0">
                <a:solidFill>
                  <a:schemeClr val="bg1"/>
                </a:solidFill>
              </a:rPr>
              <a:t>Plugin: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JetBrains Platform SDK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B89D701-FD9D-F218-8629-ABA7EFFE4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246" y="550333"/>
            <a:ext cx="1366519" cy="160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tor icon - Free Download PNG &amp; SVG | Streamline">
            <a:extLst>
              <a:ext uri="{FF2B5EF4-FFF2-40B4-BE49-F238E27FC236}">
                <a16:creationId xmlns:a16="http://schemas.microsoft.com/office/drawing/2014/main" id="{32E358E7-E268-0958-66C2-2744D3C53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065" y="1716795"/>
            <a:ext cx="1909218" cy="190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e secret meaning behind the OpenAI logo - Community - OpenAI Developer  Community">
            <a:extLst>
              <a:ext uri="{FF2B5EF4-FFF2-40B4-BE49-F238E27FC236}">
                <a16:creationId xmlns:a16="http://schemas.microsoft.com/office/drawing/2014/main" id="{90317CF7-834E-0B9A-34ED-199922DF8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597" y="3626013"/>
            <a:ext cx="1366519" cy="1366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JetBrains IDE | Elgato Marketplace">
            <a:extLst>
              <a:ext uri="{FF2B5EF4-FFF2-40B4-BE49-F238E27FC236}">
                <a16:creationId xmlns:a16="http://schemas.microsoft.com/office/drawing/2014/main" id="{00AF210B-4E99-16DF-C65D-795D8AD2A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042" y="4953000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317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B95C27-076F-79F8-A858-A3678D390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E126CC-9E20-7725-C524-7A4CC41E275B}"/>
              </a:ext>
            </a:extLst>
          </p:cNvPr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C0000-9D84-A800-3B61-96724029FC42}"/>
              </a:ext>
            </a:extLst>
          </p:cNvPr>
          <p:cNvSpPr txBox="1"/>
          <p:nvPr/>
        </p:nvSpPr>
        <p:spPr>
          <a:xfrm>
            <a:off x="914400" y="731520"/>
            <a:ext cx="59073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2DD9DA"/>
                </a:solidFill>
              </a:defRPr>
            </a:pPr>
            <a:r>
              <a:rPr lang="en-US" sz="2800" dirty="0"/>
              <a:t>8️⃣Why </a:t>
            </a:r>
            <a:r>
              <a:rPr lang="en-US" sz="2800" dirty="0" err="1"/>
              <a:t>Tasko</a:t>
            </a:r>
            <a:r>
              <a:rPr lang="en-US" sz="2800" dirty="0"/>
              <a:t> for JetBrains Hackathon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2545A8-5314-3281-E9BA-27992E4E14ED}"/>
              </a:ext>
            </a:extLst>
          </p:cNvPr>
          <p:cNvSpPr txBox="1"/>
          <p:nvPr/>
        </p:nvSpPr>
        <p:spPr>
          <a:xfrm>
            <a:off x="914400" y="1515533"/>
            <a:ext cx="5354351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Strong IDE integration focus</a:t>
            </a:r>
          </a:p>
          <a:p>
            <a:r>
              <a:rPr lang="en-US" dirty="0">
                <a:solidFill>
                  <a:schemeClr val="bg1"/>
                </a:solidFill>
              </a:rPr>
              <a:t>Enhances developer productivity</a:t>
            </a:r>
          </a:p>
          <a:p>
            <a:r>
              <a:rPr lang="en-US" dirty="0">
                <a:solidFill>
                  <a:schemeClr val="bg1"/>
                </a:solidFill>
              </a:rPr>
              <a:t>Uses modern Kotlin &amp; Compose</a:t>
            </a:r>
          </a:p>
          <a:p>
            <a:r>
              <a:rPr lang="en-US" dirty="0">
                <a:solidFill>
                  <a:schemeClr val="bg1"/>
                </a:solidFill>
              </a:rPr>
              <a:t>AI + Developer Experience aligned with JetBrains vision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122" name="Picture 2" descr="JetBrains - Wikipedia">
            <a:extLst>
              <a:ext uri="{FF2B5EF4-FFF2-40B4-BE49-F238E27FC236}">
                <a16:creationId xmlns:a16="http://schemas.microsoft.com/office/drawing/2014/main" id="{74DE7968-AC09-66C8-A4D4-6EC36C231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76" y="3601508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254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341</Words>
  <Application>Microsoft Office PowerPoint</Application>
  <PresentationFormat>On-screen Show (4:3)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Маша Николић</cp:lastModifiedBy>
  <cp:revision>7</cp:revision>
  <dcterms:created xsi:type="dcterms:W3CDTF">2013-01-27T09:14:16Z</dcterms:created>
  <dcterms:modified xsi:type="dcterms:W3CDTF">2025-12-14T10:52:07Z</dcterms:modified>
  <cp:category/>
</cp:coreProperties>
</file>